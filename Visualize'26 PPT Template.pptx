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ussar Bold" panose="020B0604020202020204" charset="0"/>
      <p:regular r:id="rId12"/>
    </p:embeddedFont>
    <p:embeddedFont>
      <p:font typeface="Norwester" panose="020B0604020202020204" charset="0"/>
      <p:regular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Times New Roman MT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0A97D1-B246-4F0D-B90F-E425E7ED3015}" v="129" dt="2026-03-13T09:16:22.7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31" autoAdjust="0"/>
    <p:restoredTop sz="94622" autoAdjust="0"/>
  </p:normalViewPr>
  <p:slideViewPr>
    <p:cSldViewPr>
      <p:cViewPr>
        <p:scale>
          <a:sx n="40" d="100"/>
          <a:sy n="40" d="100"/>
        </p:scale>
        <p:origin x="106" y="4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eer nisha" userId="16819187c6b779d0" providerId="LiveId" clId="{068BAAD2-E65D-4635-9079-6DEC56568BF9}"/>
    <pc:docChg chg="undo redo custSel addSld delSld modSld modMainMaster">
      <pc:chgData name="muneer nisha" userId="16819187c6b779d0" providerId="LiveId" clId="{068BAAD2-E65D-4635-9079-6DEC56568BF9}" dt="2026-03-13T09:16:22.730" v="2006"/>
      <pc:docMkLst>
        <pc:docMk/>
      </pc:docMkLst>
      <pc:sldChg chg="modSp add del mod modTransition">
        <pc:chgData name="muneer nisha" userId="16819187c6b779d0" providerId="LiveId" clId="{068BAAD2-E65D-4635-9079-6DEC56568BF9}" dt="2026-03-13T09:16:22.730" v="2006"/>
        <pc:sldMkLst>
          <pc:docMk/>
          <pc:sldMk cId="0" sldId="256"/>
        </pc:sldMkLst>
        <pc:spChg chg="mod">
          <ac:chgData name="muneer nisha" userId="16819187c6b779d0" providerId="LiveId" clId="{068BAAD2-E65D-4635-9079-6DEC56568BF9}" dt="2026-03-13T09:04:58.905" v="197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uneer nisha" userId="16819187c6b779d0" providerId="LiveId" clId="{068BAAD2-E65D-4635-9079-6DEC56568BF9}" dt="2026-03-13T08:21:00.498" v="1673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muneer nisha" userId="16819187c6b779d0" providerId="LiveId" clId="{068BAAD2-E65D-4635-9079-6DEC56568BF9}" dt="2026-03-13T08:20:51.861" v="1671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muneer nisha" userId="16819187c6b779d0" providerId="LiveId" clId="{068BAAD2-E65D-4635-9079-6DEC56568BF9}" dt="2026-03-13T08:58:01.664" v="1942" actId="113"/>
          <ac:spMkLst>
            <pc:docMk/>
            <pc:sldMk cId="0" sldId="256"/>
            <ac:spMk id="39" creationId="{00000000-0000-0000-0000-000000000000}"/>
          </ac:spMkLst>
        </pc:spChg>
        <pc:spChg chg="mod">
          <ac:chgData name="muneer nisha" userId="16819187c6b779d0" providerId="LiveId" clId="{068BAAD2-E65D-4635-9079-6DEC56568BF9}" dt="2026-03-13T09:03:36.674" v="1973" actId="1076"/>
          <ac:spMkLst>
            <pc:docMk/>
            <pc:sldMk cId="0" sldId="256"/>
            <ac:spMk id="40" creationId="{00000000-0000-0000-0000-000000000000}"/>
          </ac:spMkLst>
        </pc:spChg>
        <pc:spChg chg="mod">
          <ac:chgData name="muneer nisha" userId="16819187c6b779d0" providerId="LiveId" clId="{068BAAD2-E65D-4635-9079-6DEC56568BF9}" dt="2026-03-13T08:44:38.242" v="1905" actId="113"/>
          <ac:spMkLst>
            <pc:docMk/>
            <pc:sldMk cId="0" sldId="256"/>
            <ac:spMk id="41" creationId="{00000000-0000-0000-0000-000000000000}"/>
          </ac:spMkLst>
        </pc:spChg>
        <pc:spChg chg="mod">
          <ac:chgData name="muneer nisha" userId="16819187c6b779d0" providerId="LiveId" clId="{068BAAD2-E65D-4635-9079-6DEC56568BF9}" dt="2026-03-13T09:04:47.279" v="1978" actId="14100"/>
          <ac:spMkLst>
            <pc:docMk/>
            <pc:sldMk cId="0" sldId="256"/>
            <ac:spMk id="42" creationId="{00000000-0000-0000-0000-000000000000}"/>
          </ac:spMkLst>
        </pc:spChg>
        <pc:spChg chg="mod">
          <ac:chgData name="muneer nisha" userId="16819187c6b779d0" providerId="LiveId" clId="{068BAAD2-E65D-4635-9079-6DEC56568BF9}" dt="2026-03-13T09:09:00.496" v="1990" actId="14100"/>
          <ac:spMkLst>
            <pc:docMk/>
            <pc:sldMk cId="0" sldId="256"/>
            <ac:spMk id="43" creationId="{00000000-0000-0000-0000-000000000000}"/>
          </ac:spMkLst>
        </pc:spChg>
        <pc:spChg chg="mod">
          <ac:chgData name="muneer nisha" userId="16819187c6b779d0" providerId="LiveId" clId="{068BAAD2-E65D-4635-9079-6DEC56568BF9}" dt="2026-03-13T09:07:54.985" v="1987" actId="1076"/>
          <ac:spMkLst>
            <pc:docMk/>
            <pc:sldMk cId="0" sldId="256"/>
            <ac:spMk id="44" creationId="{00000000-0000-0000-0000-000000000000}"/>
          </ac:spMkLst>
        </pc:spChg>
        <pc:spChg chg="mod">
          <ac:chgData name="muneer nisha" userId="16819187c6b779d0" providerId="LiveId" clId="{068BAAD2-E65D-4635-9079-6DEC56568BF9}" dt="2026-03-13T08:20:44.481" v="1670" actId="1076"/>
          <ac:spMkLst>
            <pc:docMk/>
            <pc:sldMk cId="0" sldId="256"/>
            <ac:spMk id="45" creationId="{00000000-0000-0000-0000-000000000000}"/>
          </ac:spMkLst>
        </pc:spChg>
      </pc:sldChg>
      <pc:sldChg chg="addSp delSp modSp add del mod modTransition">
        <pc:chgData name="muneer nisha" userId="16819187c6b779d0" providerId="LiveId" clId="{068BAAD2-E65D-4635-9079-6DEC56568BF9}" dt="2026-03-13T09:16:22.730" v="2006"/>
        <pc:sldMkLst>
          <pc:docMk/>
          <pc:sldMk cId="0" sldId="257"/>
        </pc:sldMkLst>
        <pc:spChg chg="del mod">
          <ac:chgData name="muneer nisha" userId="16819187c6b779d0" providerId="LiveId" clId="{068BAAD2-E65D-4635-9079-6DEC56568BF9}" dt="2026-03-13T07:18:12.643" v="1" actId="478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muneer nisha" userId="16819187c6b779d0" providerId="LiveId" clId="{068BAAD2-E65D-4635-9079-6DEC56568BF9}" dt="2026-03-13T07:18:33.003" v="5"/>
          <ac:spMkLst>
            <pc:docMk/>
            <pc:sldMk cId="0" sldId="257"/>
            <ac:spMk id="16" creationId="{00000000-0000-0000-0000-000000000000}"/>
          </ac:spMkLst>
        </pc:spChg>
        <pc:spChg chg="add mod">
          <ac:chgData name="muneer nisha" userId="16819187c6b779d0" providerId="LiveId" clId="{068BAAD2-E65D-4635-9079-6DEC56568BF9}" dt="2026-03-13T09:00:45.059" v="1955" actId="1076"/>
          <ac:spMkLst>
            <pc:docMk/>
            <pc:sldMk cId="0" sldId="257"/>
            <ac:spMk id="27" creationId="{06E8B4F9-9BF8-9013-AD3D-158D493962B2}"/>
          </ac:spMkLst>
        </pc:spChg>
      </pc:sldChg>
      <pc:sldChg chg="modSp mod modTransition">
        <pc:chgData name="muneer nisha" userId="16819187c6b779d0" providerId="LiveId" clId="{068BAAD2-E65D-4635-9079-6DEC56568BF9}" dt="2026-03-13T09:16:22.730" v="2006"/>
        <pc:sldMkLst>
          <pc:docMk/>
          <pc:sldMk cId="0" sldId="258"/>
        </pc:sldMkLst>
        <pc:spChg chg="mod">
          <ac:chgData name="muneer nisha" userId="16819187c6b779d0" providerId="LiveId" clId="{068BAAD2-E65D-4635-9079-6DEC56568BF9}" dt="2026-03-13T09:01:18.281" v="1957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uneer nisha" userId="16819187c6b779d0" providerId="LiveId" clId="{068BAAD2-E65D-4635-9079-6DEC56568BF9}" dt="2026-03-13T09:01:22.661" v="1958" actId="1076"/>
          <ac:spMkLst>
            <pc:docMk/>
            <pc:sldMk cId="0" sldId="258"/>
            <ac:spMk id="24" creationId="{00000000-0000-0000-0000-000000000000}"/>
          </ac:spMkLst>
        </pc:spChg>
      </pc:sldChg>
      <pc:sldChg chg="addSp delSp modSp mod modTransition">
        <pc:chgData name="muneer nisha" userId="16819187c6b779d0" providerId="LiveId" clId="{068BAAD2-E65D-4635-9079-6DEC56568BF9}" dt="2026-03-13T09:16:22.730" v="2006"/>
        <pc:sldMkLst>
          <pc:docMk/>
          <pc:sldMk cId="0" sldId="259"/>
        </pc:sldMkLst>
        <pc:spChg chg="mod">
          <ac:chgData name="muneer nisha" userId="16819187c6b779d0" providerId="LiveId" clId="{068BAAD2-E65D-4635-9079-6DEC56568BF9}" dt="2026-03-13T07:52:39.633" v="1113" actId="20577"/>
          <ac:spMkLst>
            <pc:docMk/>
            <pc:sldMk cId="0" sldId="259"/>
            <ac:spMk id="2" creationId="{00000000-0000-0000-0000-000000000000}"/>
          </ac:spMkLst>
        </pc:spChg>
        <pc:spChg chg="add del mod">
          <ac:chgData name="muneer nisha" userId="16819187c6b779d0" providerId="LiveId" clId="{068BAAD2-E65D-4635-9079-6DEC56568BF9}" dt="2026-03-13T07:23:07.459" v="43" actId="47"/>
          <ac:spMkLst>
            <pc:docMk/>
            <pc:sldMk cId="0" sldId="259"/>
            <ac:spMk id="24" creationId="{00000000-0000-0000-0000-000000000000}"/>
          </ac:spMkLst>
        </pc:spChg>
        <pc:spChg chg="add mod">
          <ac:chgData name="muneer nisha" userId="16819187c6b779d0" providerId="LiveId" clId="{068BAAD2-E65D-4635-9079-6DEC56568BF9}" dt="2026-03-13T07:39:02.807" v="492" actId="14100"/>
          <ac:spMkLst>
            <pc:docMk/>
            <pc:sldMk cId="0" sldId="259"/>
            <ac:spMk id="27" creationId="{82D63932-3C77-A77B-9AB3-00F219377C99}"/>
          </ac:spMkLst>
        </pc:spChg>
        <pc:spChg chg="add mod">
          <ac:chgData name="muneer nisha" userId="16819187c6b779d0" providerId="LiveId" clId="{068BAAD2-E65D-4635-9079-6DEC56568BF9}" dt="2026-03-13T09:02:07.194" v="1964" actId="255"/>
          <ac:spMkLst>
            <pc:docMk/>
            <pc:sldMk cId="0" sldId="259"/>
            <ac:spMk id="28" creationId="{F7270FBA-01E9-C63A-9C3A-9A19C8AEA7CE}"/>
          </ac:spMkLst>
        </pc:spChg>
      </pc:sldChg>
      <pc:sldChg chg="addSp delSp modSp mod modTransition">
        <pc:chgData name="muneer nisha" userId="16819187c6b779d0" providerId="LiveId" clId="{068BAAD2-E65D-4635-9079-6DEC56568BF9}" dt="2026-03-13T09:16:22.730" v="2006"/>
        <pc:sldMkLst>
          <pc:docMk/>
          <pc:sldMk cId="0" sldId="260"/>
        </pc:sldMkLst>
        <pc:spChg chg="mod">
          <ac:chgData name="muneer nisha" userId="16819187c6b779d0" providerId="LiveId" clId="{068BAAD2-E65D-4635-9079-6DEC56568BF9}" dt="2026-03-13T07:51:11.655" v="1106" actId="20577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muneer nisha" userId="16819187c6b779d0" providerId="LiveId" clId="{068BAAD2-E65D-4635-9079-6DEC56568BF9}" dt="2026-03-13T07:26:25.079" v="51"/>
          <ac:spMkLst>
            <pc:docMk/>
            <pc:sldMk cId="0" sldId="260"/>
            <ac:spMk id="24" creationId="{00000000-0000-0000-0000-000000000000}"/>
          </ac:spMkLst>
        </pc:spChg>
        <pc:spChg chg="add del mod">
          <ac:chgData name="muneer nisha" userId="16819187c6b779d0" providerId="LiveId" clId="{068BAAD2-E65D-4635-9079-6DEC56568BF9}" dt="2026-03-13T07:29:26.215" v="89"/>
          <ac:spMkLst>
            <pc:docMk/>
            <pc:sldMk cId="0" sldId="260"/>
            <ac:spMk id="28" creationId="{D01382DC-8E21-A816-C435-812214B3B9A1}"/>
          </ac:spMkLst>
        </pc:spChg>
        <pc:spChg chg="add mod">
          <ac:chgData name="muneer nisha" userId="16819187c6b779d0" providerId="LiveId" clId="{068BAAD2-E65D-4635-9079-6DEC56568BF9}" dt="2026-03-13T09:02:15.013" v="1965" actId="2710"/>
          <ac:spMkLst>
            <pc:docMk/>
            <pc:sldMk cId="0" sldId="260"/>
            <ac:spMk id="29" creationId="{CCE84ABE-D9FF-FB6C-F35E-515289271E7A}"/>
          </ac:spMkLst>
        </pc:spChg>
      </pc:sldChg>
      <pc:sldChg chg="addSp delSp modSp mod modTransition">
        <pc:chgData name="muneer nisha" userId="16819187c6b779d0" providerId="LiveId" clId="{068BAAD2-E65D-4635-9079-6DEC56568BF9}" dt="2026-03-13T09:16:22.730" v="2006"/>
        <pc:sldMkLst>
          <pc:docMk/>
          <pc:sldMk cId="0" sldId="261"/>
        </pc:sldMkLst>
        <pc:spChg chg="mod">
          <ac:chgData name="muneer nisha" userId="16819187c6b779d0" providerId="LiveId" clId="{068BAAD2-E65D-4635-9079-6DEC56568BF9}" dt="2026-03-13T07:57:07.232" v="1153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muneer nisha" userId="16819187c6b779d0" providerId="LiveId" clId="{068BAAD2-E65D-4635-9079-6DEC56568BF9}" dt="2026-03-13T07:56:16.873" v="1150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uneer nisha" userId="16819187c6b779d0" providerId="LiveId" clId="{068BAAD2-E65D-4635-9079-6DEC56568BF9}" dt="2026-03-13T07:55:59.055" v="1147" actId="1076"/>
          <ac:spMkLst>
            <pc:docMk/>
            <pc:sldMk cId="0" sldId="261"/>
            <ac:spMk id="23" creationId="{00000000-0000-0000-0000-000000000000}"/>
          </ac:spMkLst>
        </pc:spChg>
        <pc:spChg chg="del mod">
          <ac:chgData name="muneer nisha" userId="16819187c6b779d0" providerId="LiveId" clId="{068BAAD2-E65D-4635-9079-6DEC56568BF9}" dt="2026-03-13T07:55:15.204" v="113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muneer nisha" userId="16819187c6b779d0" providerId="LiveId" clId="{068BAAD2-E65D-4635-9079-6DEC56568BF9}" dt="2026-03-13T07:55:57.797" v="1145" actId="107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muneer nisha" userId="16819187c6b779d0" providerId="LiveId" clId="{068BAAD2-E65D-4635-9079-6DEC56568BF9}" dt="2026-03-13T07:55:58.725" v="1146" actId="1076"/>
          <ac:spMkLst>
            <pc:docMk/>
            <pc:sldMk cId="0" sldId="261"/>
            <ac:spMk id="26" creationId="{00000000-0000-0000-0000-000000000000}"/>
          </ac:spMkLst>
        </pc:spChg>
        <pc:spChg chg="add">
          <ac:chgData name="muneer nisha" userId="16819187c6b779d0" providerId="LiveId" clId="{068BAAD2-E65D-4635-9079-6DEC56568BF9}" dt="2026-03-13T07:54:48.893" v="1129"/>
          <ac:spMkLst>
            <pc:docMk/>
            <pc:sldMk cId="0" sldId="261"/>
            <ac:spMk id="27" creationId="{0DEF4BF3-4F1B-5B94-D5A6-3F638C064D4F}"/>
          </ac:spMkLst>
        </pc:spChg>
        <pc:spChg chg="add">
          <ac:chgData name="muneer nisha" userId="16819187c6b779d0" providerId="LiveId" clId="{068BAAD2-E65D-4635-9079-6DEC56568BF9}" dt="2026-03-13T07:54:53.396" v="1131"/>
          <ac:spMkLst>
            <pc:docMk/>
            <pc:sldMk cId="0" sldId="261"/>
            <ac:spMk id="28" creationId="{1E10F7E7-901C-3259-95A5-D5019AFCE83E}"/>
          </ac:spMkLst>
        </pc:spChg>
        <pc:spChg chg="add">
          <ac:chgData name="muneer nisha" userId="16819187c6b779d0" providerId="LiveId" clId="{068BAAD2-E65D-4635-9079-6DEC56568BF9}" dt="2026-03-13T07:55:11.060" v="1134"/>
          <ac:spMkLst>
            <pc:docMk/>
            <pc:sldMk cId="0" sldId="261"/>
            <ac:spMk id="29" creationId="{09358379-0CDA-4716-FBBC-A5F0C192F1C7}"/>
          </ac:spMkLst>
        </pc:spChg>
        <pc:spChg chg="add mod">
          <ac:chgData name="muneer nisha" userId="16819187c6b779d0" providerId="LiveId" clId="{068BAAD2-E65D-4635-9079-6DEC56568BF9}" dt="2026-03-13T09:02:22.079" v="1966" actId="2710"/>
          <ac:spMkLst>
            <pc:docMk/>
            <pc:sldMk cId="0" sldId="261"/>
            <ac:spMk id="30" creationId="{38C29B89-4A47-0457-5088-6403B4A661CA}"/>
          </ac:spMkLst>
        </pc:spChg>
        <pc:grpChg chg="mod">
          <ac:chgData name="muneer nisha" userId="16819187c6b779d0" providerId="LiveId" clId="{068BAAD2-E65D-4635-9079-6DEC56568BF9}" dt="2026-03-13T07:56:47.911" v="1152" actId="1076"/>
          <ac:grpSpMkLst>
            <pc:docMk/>
            <pc:sldMk cId="0" sldId="261"/>
            <ac:grpSpMk id="12" creationId="{00000000-0000-0000-0000-000000000000}"/>
          </ac:grpSpMkLst>
        </pc:grpChg>
      </pc:sldChg>
      <pc:sldChg chg="addSp delSp modSp mod modTransition">
        <pc:chgData name="muneer nisha" userId="16819187c6b779d0" providerId="LiveId" clId="{068BAAD2-E65D-4635-9079-6DEC56568BF9}" dt="2026-03-13T09:16:22.730" v="2006"/>
        <pc:sldMkLst>
          <pc:docMk/>
          <pc:sldMk cId="0" sldId="262"/>
        </pc:sldMkLst>
        <pc:spChg chg="mod">
          <ac:chgData name="muneer nisha" userId="16819187c6b779d0" providerId="LiveId" clId="{068BAAD2-E65D-4635-9079-6DEC56568BF9}" dt="2026-03-13T08:00:34.522" v="1249" actId="107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muneer nisha" userId="16819187c6b779d0" providerId="LiveId" clId="{068BAAD2-E65D-4635-9079-6DEC56568BF9}" dt="2026-03-13T07:59:41.601" v="1242"/>
          <ac:spMkLst>
            <pc:docMk/>
            <pc:sldMk cId="0" sldId="262"/>
            <ac:spMk id="24" creationId="{00000000-0000-0000-0000-000000000000}"/>
          </ac:spMkLst>
        </pc:spChg>
        <pc:spChg chg="add mod">
          <ac:chgData name="muneer nisha" userId="16819187c6b779d0" providerId="LiveId" clId="{068BAAD2-E65D-4635-9079-6DEC56568BF9}" dt="2026-03-13T08:00:19.818" v="1247" actId="1076"/>
          <ac:spMkLst>
            <pc:docMk/>
            <pc:sldMk cId="0" sldId="262"/>
            <ac:spMk id="27" creationId="{BBF0F459-EF8C-CA9C-BB26-294E1E5CB78A}"/>
          </ac:spMkLst>
        </pc:spChg>
        <pc:spChg chg="add mod">
          <ac:chgData name="muneer nisha" userId="16819187c6b779d0" providerId="LiveId" clId="{068BAAD2-E65D-4635-9079-6DEC56568BF9}" dt="2026-03-13T09:02:31.377" v="1967" actId="2710"/>
          <ac:spMkLst>
            <pc:docMk/>
            <pc:sldMk cId="0" sldId="262"/>
            <ac:spMk id="28" creationId="{40EE4786-55BD-FDFC-66D4-8B6066A25C63}"/>
          </ac:spMkLst>
        </pc:spChg>
      </pc:sldChg>
      <pc:sldChg chg="addSp delSp modSp mod modTransition">
        <pc:chgData name="muneer nisha" userId="16819187c6b779d0" providerId="LiveId" clId="{068BAAD2-E65D-4635-9079-6DEC56568BF9}" dt="2026-03-13T09:16:22.730" v="2006"/>
        <pc:sldMkLst>
          <pc:docMk/>
          <pc:sldMk cId="0" sldId="263"/>
        </pc:sldMkLst>
        <pc:spChg chg="mod">
          <ac:chgData name="muneer nisha" userId="16819187c6b779d0" providerId="LiveId" clId="{068BAAD2-E65D-4635-9079-6DEC56568BF9}" dt="2026-03-13T08:28:34.010" v="1727" actId="1076"/>
          <ac:spMkLst>
            <pc:docMk/>
            <pc:sldMk cId="0" sldId="263"/>
            <ac:spMk id="2" creationId="{00000000-0000-0000-0000-000000000000}"/>
          </ac:spMkLst>
        </pc:spChg>
        <pc:spChg chg="add del mod">
          <ac:chgData name="muneer nisha" userId="16819187c6b779d0" providerId="LiveId" clId="{068BAAD2-E65D-4635-9079-6DEC56568BF9}" dt="2026-03-13T08:02:16.108" v="1264" actId="47"/>
          <ac:spMkLst>
            <pc:docMk/>
            <pc:sldMk cId="0" sldId="263"/>
            <ac:spMk id="24" creationId="{00000000-0000-0000-0000-000000000000}"/>
          </ac:spMkLst>
        </pc:spChg>
        <pc:spChg chg="add del mod">
          <ac:chgData name="muneer nisha" userId="16819187c6b779d0" providerId="LiveId" clId="{068BAAD2-E65D-4635-9079-6DEC56568BF9}" dt="2026-03-13T08:02:56.470" v="1274"/>
          <ac:spMkLst>
            <pc:docMk/>
            <pc:sldMk cId="0" sldId="263"/>
            <ac:spMk id="27" creationId="{1DA97C70-2846-A711-5AC5-2582F4442953}"/>
          </ac:spMkLst>
        </pc:spChg>
        <pc:spChg chg="add del mod">
          <ac:chgData name="muneer nisha" userId="16819187c6b779d0" providerId="LiveId" clId="{068BAAD2-E65D-4635-9079-6DEC56568BF9}" dt="2026-03-13T08:28:17.972" v="1725"/>
          <ac:spMkLst>
            <pc:docMk/>
            <pc:sldMk cId="0" sldId="263"/>
            <ac:spMk id="28" creationId="{B0A92D46-8096-C6ED-CC2B-2ED55EC38974}"/>
          </ac:spMkLst>
        </pc:spChg>
        <pc:graphicFrameChg chg="add del mod modGraphic">
          <ac:chgData name="muneer nisha" userId="16819187c6b779d0" providerId="LiveId" clId="{068BAAD2-E65D-4635-9079-6DEC56568BF9}" dt="2026-03-13T08:31:25.204" v="1745" actId="478"/>
          <ac:graphicFrameMkLst>
            <pc:docMk/>
            <pc:sldMk cId="0" sldId="263"/>
            <ac:graphicFrameMk id="29" creationId="{59AD6723-6A4A-4562-A479-C5F3A0515287}"/>
          </ac:graphicFrameMkLst>
        </pc:graphicFrameChg>
        <pc:graphicFrameChg chg="add mod modGraphic">
          <ac:chgData name="muneer nisha" userId="16819187c6b779d0" providerId="LiveId" clId="{068BAAD2-E65D-4635-9079-6DEC56568BF9}" dt="2026-03-13T08:33:15.442" v="1755" actId="1076"/>
          <ac:graphicFrameMkLst>
            <pc:docMk/>
            <pc:sldMk cId="0" sldId="263"/>
            <ac:graphicFrameMk id="30" creationId="{51AB49B0-E41C-25D7-AD96-03EC78290A1E}"/>
          </ac:graphicFrameMkLst>
        </pc:graphicFrameChg>
      </pc:sldChg>
      <pc:sldChg chg="addSp delSp modSp mod modTransition">
        <pc:chgData name="muneer nisha" userId="16819187c6b779d0" providerId="LiveId" clId="{068BAAD2-E65D-4635-9079-6DEC56568BF9}" dt="2026-03-13T09:16:22.730" v="2006"/>
        <pc:sldMkLst>
          <pc:docMk/>
          <pc:sldMk cId="0" sldId="264"/>
        </pc:sldMkLst>
        <pc:spChg chg="del mod">
          <ac:chgData name="muneer nisha" userId="16819187c6b779d0" providerId="LiveId" clId="{068BAAD2-E65D-4635-9079-6DEC56568BF9}" dt="2026-03-13T08:04:01.269" v="1288"/>
          <ac:spMkLst>
            <pc:docMk/>
            <pc:sldMk cId="0" sldId="264"/>
            <ac:spMk id="24" creationId="{00000000-0000-0000-0000-000000000000}"/>
          </ac:spMkLst>
        </pc:spChg>
        <pc:spChg chg="add">
          <ac:chgData name="muneer nisha" userId="16819187c6b779d0" providerId="LiveId" clId="{068BAAD2-E65D-4635-9079-6DEC56568BF9}" dt="2026-03-13T08:03:15.770" v="1276"/>
          <ac:spMkLst>
            <pc:docMk/>
            <pc:sldMk cId="0" sldId="264"/>
            <ac:spMk id="27" creationId="{6E193BEA-1B57-7676-8299-6001F4072111}"/>
          </ac:spMkLst>
        </pc:spChg>
        <pc:spChg chg="add mod">
          <ac:chgData name="muneer nisha" userId="16819187c6b779d0" providerId="LiveId" clId="{068BAAD2-E65D-4635-9079-6DEC56568BF9}" dt="2026-03-13T08:03:23.791" v="1277" actId="767"/>
          <ac:spMkLst>
            <pc:docMk/>
            <pc:sldMk cId="0" sldId="264"/>
            <ac:spMk id="28" creationId="{AAAE88CC-E0AD-1E3B-79E2-BC29FC422565}"/>
          </ac:spMkLst>
        </pc:spChg>
        <pc:spChg chg="add mod">
          <ac:chgData name="muneer nisha" userId="16819187c6b779d0" providerId="LiveId" clId="{068BAAD2-E65D-4635-9079-6DEC56568BF9}" dt="2026-03-13T08:03:40.330" v="1282" actId="14100"/>
          <ac:spMkLst>
            <pc:docMk/>
            <pc:sldMk cId="0" sldId="264"/>
            <ac:spMk id="29" creationId="{DEF2E89A-05D8-2207-1EF2-7A4E769F8C4C}"/>
          </ac:spMkLst>
        </pc:spChg>
        <pc:spChg chg="add">
          <ac:chgData name="muneer nisha" userId="16819187c6b779d0" providerId="LiveId" clId="{068BAAD2-E65D-4635-9079-6DEC56568BF9}" dt="2026-03-13T08:03:32.594" v="1280"/>
          <ac:spMkLst>
            <pc:docMk/>
            <pc:sldMk cId="0" sldId="264"/>
            <ac:spMk id="30" creationId="{B3E25DEA-5972-ADFE-64C7-E6566E9BAEB6}"/>
          </ac:spMkLst>
        </pc:spChg>
        <pc:spChg chg="add">
          <ac:chgData name="muneer nisha" userId="16819187c6b779d0" providerId="LiveId" clId="{068BAAD2-E65D-4635-9079-6DEC56568BF9}" dt="2026-03-13T08:03:36.991" v="1281"/>
          <ac:spMkLst>
            <pc:docMk/>
            <pc:sldMk cId="0" sldId="264"/>
            <ac:spMk id="31" creationId="{A37331BA-6E8D-5560-37F6-C0CADA10EF70}"/>
          </ac:spMkLst>
        </pc:spChg>
        <pc:spChg chg="add">
          <ac:chgData name="muneer nisha" userId="16819187c6b779d0" providerId="LiveId" clId="{068BAAD2-E65D-4635-9079-6DEC56568BF9}" dt="2026-03-13T08:03:47.423" v="1284"/>
          <ac:spMkLst>
            <pc:docMk/>
            <pc:sldMk cId="0" sldId="264"/>
            <ac:spMk id="32" creationId="{AA0DDD10-21FC-4A72-F1DB-AC82EAF8CA19}"/>
          </ac:spMkLst>
        </pc:spChg>
        <pc:spChg chg="add">
          <ac:chgData name="muneer nisha" userId="16819187c6b779d0" providerId="LiveId" clId="{068BAAD2-E65D-4635-9079-6DEC56568BF9}" dt="2026-03-13T08:03:55.805" v="1286"/>
          <ac:spMkLst>
            <pc:docMk/>
            <pc:sldMk cId="0" sldId="264"/>
            <ac:spMk id="33" creationId="{8776BC24-8B2E-AF29-528F-09CC2A6D71D6}"/>
          </ac:spMkLst>
        </pc:spChg>
        <pc:spChg chg="add mod">
          <ac:chgData name="muneer nisha" userId="16819187c6b779d0" providerId="LiveId" clId="{068BAAD2-E65D-4635-9079-6DEC56568BF9}" dt="2026-03-13T09:02:44.557" v="1968" actId="2710"/>
          <ac:spMkLst>
            <pc:docMk/>
            <pc:sldMk cId="0" sldId="264"/>
            <ac:spMk id="34" creationId="{87E475DB-6E74-D2C4-BA08-F1AC37E97D58}"/>
          </ac:spMkLst>
        </pc:spChg>
      </pc:sldChg>
      <pc:sldChg chg="addSp delSp modSp mod modTransition">
        <pc:chgData name="muneer nisha" userId="16819187c6b779d0" providerId="LiveId" clId="{068BAAD2-E65D-4635-9079-6DEC56568BF9}" dt="2026-03-13T09:16:22.730" v="2006"/>
        <pc:sldMkLst>
          <pc:docMk/>
          <pc:sldMk cId="0" sldId="265"/>
        </pc:sldMkLst>
        <pc:spChg chg="mod">
          <ac:chgData name="muneer nisha" userId="16819187c6b779d0" providerId="LiveId" clId="{068BAAD2-E65D-4635-9079-6DEC56568BF9}" dt="2026-03-13T08:47:26.008" v="1933" actId="122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muneer nisha" userId="16819187c6b779d0" providerId="LiveId" clId="{068BAAD2-E65D-4635-9079-6DEC56568BF9}" dt="2026-03-13T08:06:20.318" v="1310"/>
          <ac:spMkLst>
            <pc:docMk/>
            <pc:sldMk cId="0" sldId="265"/>
            <ac:spMk id="22" creationId="{00000000-0000-0000-0000-000000000000}"/>
          </ac:spMkLst>
        </pc:spChg>
        <pc:spChg chg="mod">
          <ac:chgData name="muneer nisha" userId="16819187c6b779d0" providerId="LiveId" clId="{068BAAD2-E65D-4635-9079-6DEC56568BF9}" dt="2026-03-13T08:47:20.673" v="1925" actId="1076"/>
          <ac:spMkLst>
            <pc:docMk/>
            <pc:sldMk cId="0" sldId="265"/>
            <ac:spMk id="24" creationId="{00000000-0000-0000-0000-000000000000}"/>
          </ac:spMkLst>
        </pc:spChg>
        <pc:spChg chg="add del mod">
          <ac:chgData name="muneer nisha" userId="16819187c6b779d0" providerId="LiveId" clId="{068BAAD2-E65D-4635-9079-6DEC56568BF9}" dt="2026-03-13T08:06:20.317" v="1308" actId="478"/>
          <ac:spMkLst>
            <pc:docMk/>
            <pc:sldMk cId="0" sldId="265"/>
            <ac:spMk id="26" creationId="{94F9F03A-102E-247B-B185-7425695838FD}"/>
          </ac:spMkLst>
        </pc:spChg>
        <pc:spChg chg="add">
          <ac:chgData name="muneer nisha" userId="16819187c6b779d0" providerId="LiveId" clId="{068BAAD2-E65D-4635-9079-6DEC56568BF9}" dt="2026-03-13T08:05:33.821" v="1300"/>
          <ac:spMkLst>
            <pc:docMk/>
            <pc:sldMk cId="0" sldId="265"/>
            <ac:spMk id="27" creationId="{802F0712-2141-6D04-E53E-CB62BFEDCBE3}"/>
          </ac:spMkLst>
        </pc:spChg>
        <pc:spChg chg="add">
          <ac:chgData name="muneer nisha" userId="16819187c6b779d0" providerId="LiveId" clId="{068BAAD2-E65D-4635-9079-6DEC56568BF9}" dt="2026-03-13T08:05:45.739" v="1301"/>
          <ac:spMkLst>
            <pc:docMk/>
            <pc:sldMk cId="0" sldId="265"/>
            <ac:spMk id="28" creationId="{8824B402-2FBF-58E6-EF96-2EFB61D83FD2}"/>
          </ac:spMkLst>
        </pc:spChg>
        <pc:spChg chg="add mod">
          <ac:chgData name="muneer nisha" userId="16819187c6b779d0" providerId="LiveId" clId="{068BAAD2-E65D-4635-9079-6DEC56568BF9}" dt="2026-03-13T08:05:48.933" v="1303"/>
          <ac:spMkLst>
            <pc:docMk/>
            <pc:sldMk cId="0" sldId="265"/>
            <ac:spMk id="29" creationId="{4BBBCBAC-1D79-B3DC-0F8E-67EA8CD5F70F}"/>
          </ac:spMkLst>
        </pc:spChg>
        <pc:spChg chg="add">
          <ac:chgData name="muneer nisha" userId="16819187c6b779d0" providerId="LiveId" clId="{068BAAD2-E65D-4635-9079-6DEC56568BF9}" dt="2026-03-13T08:05:51.200" v="1304"/>
          <ac:spMkLst>
            <pc:docMk/>
            <pc:sldMk cId="0" sldId="265"/>
            <ac:spMk id="30" creationId="{2E090147-75F9-1C7C-35F1-0A2D79937AEB}"/>
          </ac:spMkLst>
        </pc:spChg>
        <pc:spChg chg="add">
          <ac:chgData name="muneer nisha" userId="16819187c6b779d0" providerId="LiveId" clId="{068BAAD2-E65D-4635-9079-6DEC56568BF9}" dt="2026-03-13T08:06:12.629" v="1305"/>
          <ac:spMkLst>
            <pc:docMk/>
            <pc:sldMk cId="0" sldId="265"/>
            <ac:spMk id="31" creationId="{2201CBDA-303E-AD8C-2EF4-90CF1A7BD815}"/>
          </ac:spMkLst>
        </pc:spChg>
        <pc:spChg chg="add mod">
          <ac:chgData name="muneer nisha" userId="16819187c6b779d0" providerId="LiveId" clId="{068BAAD2-E65D-4635-9079-6DEC56568BF9}" dt="2026-03-13T08:06:16.885" v="1307"/>
          <ac:spMkLst>
            <pc:docMk/>
            <pc:sldMk cId="0" sldId="265"/>
            <ac:spMk id="32" creationId="{C1F0611D-24A4-60FC-825D-D56FB3C955AD}"/>
          </ac:spMkLst>
        </pc:spChg>
        <pc:spChg chg="add del mod">
          <ac:chgData name="muneer nisha" userId="16819187c6b779d0" providerId="LiveId" clId="{068BAAD2-E65D-4635-9079-6DEC56568BF9}" dt="2026-03-13T08:06:57.824" v="1316"/>
          <ac:spMkLst>
            <pc:docMk/>
            <pc:sldMk cId="0" sldId="265"/>
            <ac:spMk id="33" creationId="{14E11640-BCA7-ED3F-5E8B-7818FD221FC1}"/>
          </ac:spMkLst>
        </pc:spChg>
        <pc:spChg chg="add del mod">
          <ac:chgData name="muneer nisha" userId="16819187c6b779d0" providerId="LiveId" clId="{068BAAD2-E65D-4635-9079-6DEC56568BF9}" dt="2026-03-13T08:06:57.826" v="1318"/>
          <ac:spMkLst>
            <pc:docMk/>
            <pc:sldMk cId="0" sldId="265"/>
            <ac:spMk id="34" creationId="{11B73E9F-7BB7-5CC1-59F6-201A2854979B}"/>
          </ac:spMkLst>
        </pc:spChg>
        <pc:spChg chg="add">
          <ac:chgData name="muneer nisha" userId="16819187c6b779d0" providerId="LiveId" clId="{068BAAD2-E65D-4635-9079-6DEC56568BF9}" dt="2026-03-13T08:06:31.792" v="1313"/>
          <ac:spMkLst>
            <pc:docMk/>
            <pc:sldMk cId="0" sldId="265"/>
            <ac:spMk id="35" creationId="{F79ED000-4F68-F56B-BE0D-47AC9561B3C9}"/>
          </ac:spMkLst>
        </pc:spChg>
        <pc:spChg chg="add mod">
          <ac:chgData name="muneer nisha" userId="16819187c6b779d0" providerId="LiveId" clId="{068BAAD2-E65D-4635-9079-6DEC56568BF9}" dt="2026-03-13T09:02:54.020" v="1969" actId="2710"/>
          <ac:spMkLst>
            <pc:docMk/>
            <pc:sldMk cId="0" sldId="265"/>
            <ac:spMk id="36" creationId="{A6080AD2-A936-55CC-9F6E-E5747D80FC26}"/>
          </ac:spMkLst>
        </pc:spChg>
      </pc:sldChg>
      <pc:sldChg chg="del">
        <pc:chgData name="muneer nisha" userId="16819187c6b779d0" providerId="LiveId" clId="{068BAAD2-E65D-4635-9079-6DEC56568BF9}" dt="2026-03-13T08:09:07.938" v="1352" actId="2696"/>
        <pc:sldMkLst>
          <pc:docMk/>
          <pc:sldMk cId="0" sldId="266"/>
        </pc:sldMkLst>
      </pc:sldChg>
      <pc:sldMasterChg chg="modTransition modSldLayout">
        <pc:chgData name="muneer nisha" userId="16819187c6b779d0" providerId="LiveId" clId="{068BAAD2-E65D-4635-9079-6DEC56568BF9}" dt="2026-03-13T09:16:22.730" v="2006"/>
        <pc:sldMasterMkLst>
          <pc:docMk/>
          <pc:sldMasterMk cId="0" sldId="2147483648"/>
        </pc:sldMasterMkLst>
        <pc:sldLayoutChg chg="modTransition">
          <pc:chgData name="muneer nisha" userId="16819187c6b779d0" providerId="LiveId" clId="{068BAAD2-E65D-4635-9079-6DEC56568BF9}" dt="2026-03-13T09:16:22.730" v="2006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muneer nisha" userId="16819187c6b779d0" providerId="LiveId" clId="{068BAAD2-E65D-4635-9079-6DEC56568BF9}" dt="2026-03-13T09:16:22.730" v="2006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muneer nisha" userId="16819187c6b779d0" providerId="LiveId" clId="{068BAAD2-E65D-4635-9079-6DEC56568BF9}" dt="2026-03-13T09:16:22.730" v="2006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muneer nisha" userId="16819187c6b779d0" providerId="LiveId" clId="{068BAAD2-E65D-4635-9079-6DEC56568BF9}" dt="2026-03-13T09:16:22.730" v="2006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muneer nisha" userId="16819187c6b779d0" providerId="LiveId" clId="{068BAAD2-E65D-4635-9079-6DEC56568BF9}" dt="2026-03-13T09:16:22.730" v="2006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muneer nisha" userId="16819187c6b779d0" providerId="LiveId" clId="{068BAAD2-E65D-4635-9079-6DEC56568BF9}" dt="2026-03-13T09:16:22.730" v="2006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muneer nisha" userId="16819187c6b779d0" providerId="LiveId" clId="{068BAAD2-E65D-4635-9079-6DEC56568BF9}" dt="2026-03-13T09:16:22.730" v="2006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muneer nisha" userId="16819187c6b779d0" providerId="LiveId" clId="{068BAAD2-E65D-4635-9079-6DEC56568BF9}" dt="2026-03-13T09:16:22.730" v="2006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muneer nisha" userId="16819187c6b779d0" providerId="LiveId" clId="{068BAAD2-E65D-4635-9079-6DEC56568BF9}" dt="2026-03-13T09:16:22.730" v="2006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muneer nisha" userId="16819187c6b779d0" providerId="LiveId" clId="{068BAAD2-E65D-4635-9079-6DEC56568BF9}" dt="2026-03-13T09:16:22.730" v="2006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muneer nisha" userId="16819187c6b779d0" providerId="LiveId" clId="{068BAAD2-E65D-4635-9079-6DEC56568BF9}" dt="2026-03-13T09:16:22.730" v="200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928" y="0"/>
            <a:ext cx="19905831" cy="111252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-152541" y="8765026"/>
            <a:ext cx="19464737" cy="3086100"/>
            <a:chOff x="0" y="0"/>
            <a:chExt cx="5126515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26515" cy="812800"/>
            </a:xfrm>
            <a:custGeom>
              <a:avLst/>
              <a:gdLst/>
              <a:ahLst/>
              <a:cxnLst/>
              <a:rect l="l" t="t" r="r" b="b"/>
              <a:pathLst>
                <a:path w="5126515" h="812800">
                  <a:moveTo>
                    <a:pt x="0" y="0"/>
                  </a:moveTo>
                  <a:lnTo>
                    <a:pt x="5126515" y="0"/>
                  </a:lnTo>
                  <a:lnTo>
                    <a:pt x="512651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AA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126515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-1024196" y="5738089"/>
            <a:ext cx="2052896" cy="1796284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2931737"/>
            <a:ext cx="2052896" cy="1796284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7259300" y="4728021"/>
            <a:ext cx="2052896" cy="1796284"/>
            <a:chOff x="0" y="0"/>
            <a:chExt cx="812800" cy="711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1024196" y="3941805"/>
            <a:ext cx="2052896" cy="1796284"/>
            <a:chOff x="0" y="0"/>
            <a:chExt cx="812800" cy="711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4481765" y="167480"/>
            <a:ext cx="2212466" cy="1884312"/>
          </a:xfrm>
          <a:custGeom>
            <a:avLst/>
            <a:gdLst/>
            <a:ahLst/>
            <a:cxnLst/>
            <a:rect l="l" t="t" r="r" b="b"/>
            <a:pathLst>
              <a:path w="2212466" h="1884312">
                <a:moveTo>
                  <a:pt x="0" y="0"/>
                </a:moveTo>
                <a:lnTo>
                  <a:pt x="2212466" y="0"/>
                </a:lnTo>
                <a:lnTo>
                  <a:pt x="2212466" y="1884312"/>
                </a:lnTo>
                <a:lnTo>
                  <a:pt x="0" y="18843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05" t="-13167" r="-9405" b="-263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Freeform 25"/>
          <p:cNvSpPr/>
          <p:nvPr/>
        </p:nvSpPr>
        <p:spPr>
          <a:xfrm>
            <a:off x="1672270" y="64114"/>
            <a:ext cx="1791127" cy="1906154"/>
          </a:xfrm>
          <a:custGeom>
            <a:avLst/>
            <a:gdLst/>
            <a:ahLst/>
            <a:cxnLst/>
            <a:rect l="l" t="t" r="r" b="b"/>
            <a:pathLst>
              <a:path w="1791127" h="1906154">
                <a:moveTo>
                  <a:pt x="0" y="0"/>
                </a:moveTo>
                <a:lnTo>
                  <a:pt x="1791127" y="0"/>
                </a:lnTo>
                <a:lnTo>
                  <a:pt x="1791127" y="1906154"/>
                </a:lnTo>
                <a:lnTo>
                  <a:pt x="0" y="1906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6" name="Group 26"/>
          <p:cNvGrpSpPr/>
          <p:nvPr/>
        </p:nvGrpSpPr>
        <p:grpSpPr>
          <a:xfrm>
            <a:off x="2821207" y="9088876"/>
            <a:ext cx="14292714" cy="1079209"/>
            <a:chOff x="0" y="0"/>
            <a:chExt cx="19056952" cy="1438945"/>
          </a:xfrm>
        </p:grpSpPr>
        <p:sp>
          <p:nvSpPr>
            <p:cNvPr id="27" name="Freeform 27"/>
            <p:cNvSpPr/>
            <p:nvPr/>
          </p:nvSpPr>
          <p:spPr>
            <a:xfrm>
              <a:off x="3572077" y="245072"/>
              <a:ext cx="4548558" cy="948801"/>
            </a:xfrm>
            <a:custGeom>
              <a:avLst/>
              <a:gdLst/>
              <a:ahLst/>
              <a:cxnLst/>
              <a:rect l="l" t="t" r="r" b="b"/>
              <a:pathLst>
                <a:path w="4548558" h="948801">
                  <a:moveTo>
                    <a:pt x="0" y="0"/>
                  </a:moveTo>
                  <a:lnTo>
                    <a:pt x="4548558" y="0"/>
                  </a:lnTo>
                  <a:lnTo>
                    <a:pt x="4548558" y="948801"/>
                  </a:lnTo>
                  <a:lnTo>
                    <a:pt x="0" y="948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043" t="-9424" b="-4976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10195495" y="169467"/>
              <a:ext cx="3375297" cy="1100011"/>
            </a:xfrm>
            <a:custGeom>
              <a:avLst/>
              <a:gdLst/>
              <a:ahLst/>
              <a:cxnLst/>
              <a:rect l="l" t="t" r="r" b="b"/>
              <a:pathLst>
                <a:path w="3375297" h="1100011">
                  <a:moveTo>
                    <a:pt x="0" y="0"/>
                  </a:moveTo>
                  <a:lnTo>
                    <a:pt x="3375297" y="0"/>
                  </a:lnTo>
                  <a:lnTo>
                    <a:pt x="3375297" y="1100011"/>
                  </a:lnTo>
                  <a:lnTo>
                    <a:pt x="0" y="1100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5196" b="-101645"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0" y="0"/>
              <a:ext cx="1438945" cy="1438945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13947" t="-60602" r="-18119" b="-6371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786039" y="0"/>
              <a:ext cx="1438945" cy="1438945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-31556" t="-16823" r="-31036" b="-11630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3917885" y="0"/>
              <a:ext cx="1438945" cy="1438945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3125" r="-312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5703924" y="0"/>
              <a:ext cx="1438945" cy="1438945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-6973" t="-53188" r="-12902" b="-5042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8467728" y="29136"/>
              <a:ext cx="1380673" cy="1380673"/>
            </a:xfrm>
            <a:custGeom>
              <a:avLst/>
              <a:gdLst/>
              <a:ahLst/>
              <a:cxnLst/>
              <a:rect l="l" t="t" r="r" b="b"/>
              <a:pathLst>
                <a:path w="1380673" h="1380673">
                  <a:moveTo>
                    <a:pt x="0" y="0"/>
                  </a:moveTo>
                  <a:lnTo>
                    <a:pt x="1380673" y="0"/>
                  </a:lnTo>
                  <a:lnTo>
                    <a:pt x="1380673" y="1380673"/>
                  </a:lnTo>
                  <a:lnTo>
                    <a:pt x="0" y="1380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17489963" y="15580"/>
              <a:ext cx="1566989" cy="1407785"/>
            </a:xfrm>
            <a:custGeom>
              <a:avLst/>
              <a:gdLst/>
              <a:ahLst/>
              <a:cxnLst/>
              <a:rect l="l" t="t" r="r" b="b"/>
              <a:pathLst>
                <a:path w="1566989" h="1407785">
                  <a:moveTo>
                    <a:pt x="0" y="0"/>
                  </a:moveTo>
                  <a:lnTo>
                    <a:pt x="1566989" y="0"/>
                  </a:lnTo>
                  <a:lnTo>
                    <a:pt x="1566989" y="1407785"/>
                  </a:lnTo>
                  <a:lnTo>
                    <a:pt x="0" y="1407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4656" t="-35135" r="-1342" b="-3231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2609528" y="1560515"/>
            <a:ext cx="12374852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4800" b="1" dirty="0">
                <a:solidFill>
                  <a:srgbClr val="545454"/>
                </a:solidFill>
                <a:latin typeface="Times New Roman" panose="02020603050405020304" pitchFamily="18" charset="0"/>
                <a:ea typeface="Hussar Bold"/>
                <a:cs typeface="Times New Roman" panose="02020603050405020304" pitchFamily="18" charset="0"/>
                <a:sym typeface="Hussar Bold"/>
              </a:rPr>
              <a:t>MY</a:t>
            </a:r>
            <a:r>
              <a:rPr lang="en-US" sz="4800" b="1" dirty="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 </a:t>
            </a:r>
            <a:r>
              <a:rPr lang="en-US" sz="4800" b="1" dirty="0">
                <a:solidFill>
                  <a:srgbClr val="545454"/>
                </a:solidFill>
                <a:latin typeface="Times New Roman" panose="02020603050405020304" pitchFamily="18" charset="0"/>
                <a:ea typeface="Hussar Bold"/>
                <a:cs typeface="Times New Roman" panose="02020603050405020304" pitchFamily="18" charset="0"/>
                <a:sym typeface="Hussar Bold"/>
              </a:rPr>
              <a:t>RIGHTS SCHEME NAVIGATOR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190324" y="6650527"/>
            <a:ext cx="15992748" cy="1380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Team Members </a:t>
            </a:r>
            <a:r>
              <a:rPr lang="en-US" sz="2400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 </a:t>
            </a:r>
            <a:r>
              <a:rPr lang="en-US" sz="2800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P.SANTHOSH ,K.P.PRAVEEN KUMAR, P.M.THIRULOGESH</a:t>
            </a:r>
          </a:p>
          <a:p>
            <a:pPr marL="437892" lvl="1" algn="l">
              <a:lnSpc>
                <a:spcPts val="5678"/>
              </a:lnSpc>
            </a:pPr>
            <a:r>
              <a:rPr lang="en-US" sz="2800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                                        J.VANAJA, S. MUNEER NISHA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113397" y="4476046"/>
            <a:ext cx="12608698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Theme :</a:t>
            </a:r>
            <a:r>
              <a:rPr lang="en-US" sz="4056" spc="60" dirty="0">
                <a:solidFill>
                  <a:srgbClr val="272727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 AGENTIC AI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190323" y="3093259"/>
            <a:ext cx="16631919" cy="689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PS ID </a:t>
            </a:r>
            <a:r>
              <a:rPr lang="en-US" sz="4056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 </a:t>
            </a:r>
            <a:r>
              <a:rPr lang="en-US" sz="4056" spc="60" dirty="0">
                <a:solidFill>
                  <a:srgbClr val="272727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VH26-AI-01</a:t>
            </a:r>
            <a:r>
              <a:rPr lang="en-US" sz="4056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113397" y="3803990"/>
            <a:ext cx="15337934" cy="5081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PS Title </a:t>
            </a:r>
            <a:r>
              <a:rPr lang="en-US" sz="4056" b="1" spc="60" dirty="0">
                <a:solidFill>
                  <a:srgbClr val="272727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:</a:t>
            </a:r>
            <a:r>
              <a:rPr lang="en-US" sz="4056" spc="60" dirty="0">
                <a:solidFill>
                  <a:srgbClr val="272727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 AUTONOMOUS SCHEME NAVIGATOR AGENT</a:t>
            </a:r>
          </a:p>
          <a:p>
            <a:pPr marL="437892" lvl="1" algn="l">
              <a:lnSpc>
                <a:spcPts val="5678"/>
              </a:lnSpc>
            </a:pPr>
            <a:endParaRPr lang="en-US" sz="4056" spc="60" dirty="0">
              <a:solidFill>
                <a:srgbClr val="272727"/>
              </a:solidFill>
              <a:latin typeface="Times New Roman" panose="02020603050405020304" pitchFamily="18" charset="0"/>
              <a:ea typeface="Times New Roman MT Bold"/>
              <a:cs typeface="Times New Roman" panose="02020603050405020304" pitchFamily="18" charset="0"/>
              <a:sym typeface="Times New Roman MT Bold"/>
            </a:endParaRPr>
          </a:p>
          <a:p>
            <a:pPr marL="437892" lvl="1" algn="l">
              <a:lnSpc>
                <a:spcPts val="5678"/>
              </a:lnSpc>
            </a:pPr>
            <a:endParaRPr lang="en-US" sz="4056" spc="60" dirty="0">
              <a:solidFill>
                <a:srgbClr val="272727"/>
              </a:solidFill>
              <a:latin typeface="Times New Roman" panose="02020603050405020304" pitchFamily="18" charset="0"/>
              <a:ea typeface="Times New Roman MT Bold"/>
              <a:cs typeface="Times New Roman" panose="02020603050405020304" pitchFamily="18" charset="0"/>
              <a:sym typeface="Times New Roman MT Bold"/>
            </a:endParaRPr>
          </a:p>
          <a:p>
            <a:pPr marL="437892" lvl="1" algn="l">
              <a:lnSpc>
                <a:spcPts val="5678"/>
              </a:lnSpc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  <a:p>
            <a:pPr marL="437892" lvl="1" algn="l">
              <a:lnSpc>
                <a:spcPts val="5678"/>
              </a:lnSpc>
            </a:pPr>
            <a:endParaRPr lang="en-US" sz="4056" b="1" spc="60" dirty="0">
              <a:solidFill>
                <a:srgbClr val="272727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endParaRPr lang="en-US" sz="4056" b="1" spc="60" dirty="0">
              <a:solidFill>
                <a:srgbClr val="272727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437892" lvl="1" algn="l">
              <a:lnSpc>
                <a:spcPts val="5678"/>
              </a:lnSpc>
            </a:pPr>
            <a:endParaRPr lang="en-US" sz="4056" b="1" spc="60" dirty="0">
              <a:solidFill>
                <a:srgbClr val="272727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2091668" y="5334390"/>
            <a:ext cx="12608697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Team Name : </a:t>
            </a:r>
            <a:r>
              <a:rPr lang="en-US" sz="4056" spc="60" dirty="0">
                <a:solidFill>
                  <a:srgbClr val="272727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SYNTAX SQUAD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051766" y="246016"/>
            <a:ext cx="9796582" cy="93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50"/>
              </a:lnSpc>
            </a:pPr>
            <a:r>
              <a:rPr lang="en-US" sz="5000" spc="575" dirty="0">
                <a:solidFill>
                  <a:srgbClr val="1D3616"/>
                </a:solidFill>
                <a:latin typeface="Norwester"/>
                <a:ea typeface="Norwester"/>
                <a:cs typeface="Norwester"/>
                <a:sym typeface="Norwester"/>
              </a:rPr>
              <a:t>Visualize’26 24hr Hackathon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05" t="-13167" r="-9405" b="-263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7175534" y="853769"/>
            <a:ext cx="393693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ABSTRACT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01</a:t>
            </a:r>
          </a:p>
        </p:txBody>
      </p:sp>
      <p:grpSp>
        <p:nvGrpSpPr>
          <p:cNvPr id="17" name="Group 17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7" name="Rectangle 1">
            <a:extLst>
              <a:ext uri="{FF2B5EF4-FFF2-40B4-BE49-F238E27FC236}">
                <a16:creationId xmlns:a16="http://schemas.microsoft.com/office/drawing/2014/main" id="{06E8B4F9-9BF8-9013-AD3D-158D49396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449" y="2436554"/>
            <a:ext cx="15797551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many citizens do not know about these schemes.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provides many welfare schemes for people.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about schemes is available on different websites.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difficult for people to find the schemes they are eligible for.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project creates an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Scheme Navigator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helps users find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government schemes and shows how to apply.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2452" y="38100"/>
            <a:ext cx="1883290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161096" y="853769"/>
            <a:ext cx="7965809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PROBLEM STATEMENT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015099" y="2458900"/>
            <a:ext cx="11522275" cy="6042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endParaRPr lang="en-US" sz="36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Many government schemes are available for citizens.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People do not know which scheme they can apply for.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Eligibility rules are difficult to understand.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Information is spread across many websites.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Because of this, many people miss the benefits.</a:t>
            </a:r>
          </a:p>
          <a:p>
            <a:pPr algn="ctr">
              <a:lnSpc>
                <a:spcPct val="150000"/>
              </a:lnSpc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00" y="-20775"/>
            <a:ext cx="18821400" cy="1065067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 anchor="ctr"/>
          <a:lstStyle/>
          <a:p>
            <a:pPr algn="ctr"/>
            <a:endParaRPr lang="en-US" sz="3200" i="1" dirty="0"/>
          </a:p>
          <a:p>
            <a:pPr algn="ctr"/>
            <a:endParaRPr lang="en-US" sz="3200" i="1" dirty="0"/>
          </a:p>
          <a:p>
            <a:endParaRPr lang="en-US" sz="3200" i="1" dirty="0"/>
          </a:p>
        </p:txBody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59314" y="853769"/>
            <a:ext cx="7369373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EXISTING SOLUTION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82863" y="3152958"/>
            <a:ext cx="12680166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270FBA-01E9-C63A-9C3A-9A19C8AEA7CE}"/>
              </a:ext>
            </a:extLst>
          </p:cNvPr>
          <p:cNvSpPr txBox="1"/>
          <p:nvPr/>
        </p:nvSpPr>
        <p:spPr>
          <a:xfrm>
            <a:off x="3052488" y="2099135"/>
            <a:ext cx="17460407" cy="8141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Government websites provide information about schemes.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People search for schemes manually on the internet.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They read eligibility details and check if they qualify.</a:t>
            </a:r>
          </a:p>
          <a:p>
            <a:pPr>
              <a:lnSpc>
                <a:spcPct val="150000"/>
              </a:lnSpc>
            </a:pPr>
            <a:r>
              <a:rPr lang="en-US" sz="3200" b="1" dirty="0"/>
              <a:t>Examples of schemes: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Pradhan Mantri Awas Yojana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PM-Kisan Samman Nidhi</a:t>
            </a:r>
          </a:p>
          <a:p>
            <a:pPr>
              <a:lnSpc>
                <a:spcPct val="150000"/>
              </a:lnSpc>
            </a:pPr>
            <a:r>
              <a:rPr lang="en-US" sz="3200" b="1" dirty="0"/>
              <a:t>Problems in Existing Solution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Users must search a lot of websites.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Information is sometimes confusing.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There is no system to guide users step by step.</a:t>
            </a:r>
          </a:p>
          <a:p>
            <a:pPr>
              <a:lnSpc>
                <a:spcPct val="150000"/>
              </a:lnSpc>
            </a:pPr>
            <a:endParaRPr lang="en-IN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  <a:p>
            <a:pPr algn="ctr"/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54796" y="853769"/>
            <a:ext cx="777840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PROPOSED SOLUTION</a:t>
            </a: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E84ABE-D9FF-FB6C-F35E-515289271E7A}"/>
              </a:ext>
            </a:extLst>
          </p:cNvPr>
          <p:cNvSpPr txBox="1"/>
          <p:nvPr/>
        </p:nvSpPr>
        <p:spPr>
          <a:xfrm>
            <a:off x="2231569" y="3436068"/>
            <a:ext cx="14798988" cy="4161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We propose an </a:t>
            </a:r>
            <a:r>
              <a:rPr lang="en-US" sz="3600" b="1" dirty="0"/>
              <a:t>AI-based system</a:t>
            </a:r>
            <a:r>
              <a:rPr lang="en-US" sz="3600" dirty="0"/>
              <a:t> to help citizens find government schemes.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user will enter details like age, income, job, and location.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system will check eligibility and suggest suitable schemes.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It will also show the benefits and the steps to apply.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7" y="0"/>
            <a:ext cx="1828694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652130" y="-1754300"/>
            <a:ext cx="7421336" cy="7122848"/>
            <a:chOff x="-8192" y="-119709"/>
            <a:chExt cx="812800" cy="780109"/>
          </a:xfrm>
        </p:grpSpPr>
        <p:sp>
          <p:nvSpPr>
            <p:cNvPr id="10" name="Freeform 10"/>
            <p:cNvSpPr/>
            <p:nvPr/>
          </p:nvSpPr>
          <p:spPr>
            <a:xfrm>
              <a:off x="-8192" y="-119709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03904" y="853769"/>
            <a:ext cx="708019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MARKET ANALYSIS</a:t>
            </a: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Rectangle 4">
            <a:extLst>
              <a:ext uri="{FF2B5EF4-FFF2-40B4-BE49-F238E27FC236}">
                <a16:creationId xmlns:a16="http://schemas.microsoft.com/office/drawing/2014/main" id="{38C29B89-4A47-0457-5088-6403B4A66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8999" y="3091598"/>
            <a:ext cx="14042819" cy="331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Many people depend on government welfare schemes.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Students, farmers, and workers need information about schemes.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A simple digital system can help people easily find useful schemes.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This system can help both rural and urban citizens.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744" y="-1499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02122" y="853769"/>
            <a:ext cx="648375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SDG ALIGNMENTS</a:t>
            </a: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F0F459-EF8C-CA9C-BB26-294E1E5CB78A}"/>
              </a:ext>
            </a:extLst>
          </p:cNvPr>
          <p:cNvSpPr txBox="1"/>
          <p:nvPr/>
        </p:nvSpPr>
        <p:spPr>
          <a:xfrm>
            <a:off x="9109023" y="2144815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EE4786-55BD-FDFC-66D4-8B6066A25C63}"/>
              </a:ext>
            </a:extLst>
          </p:cNvPr>
          <p:cNvSpPr txBox="1"/>
          <p:nvPr/>
        </p:nvSpPr>
        <p:spPr>
          <a:xfrm>
            <a:off x="4218761" y="2682174"/>
            <a:ext cx="10958084" cy="5823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This project supports the </a:t>
            </a:r>
            <a:r>
              <a:rPr lang="en-US" sz="3600" b="1" dirty="0"/>
              <a:t>Sustainable Development Goals</a:t>
            </a:r>
            <a:r>
              <a:rPr lang="en-US" sz="3600" dirty="0"/>
              <a:t> of the United Nations.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Important goals supported by this project: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/>
              <a:t>No Poverty</a:t>
            </a:r>
            <a:r>
              <a:rPr lang="en-US" sz="3600" dirty="0"/>
              <a:t> – helps people get financial support schemes.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/>
              <a:t>Quality Education</a:t>
            </a:r>
            <a:r>
              <a:rPr lang="en-US" sz="3600" dirty="0"/>
              <a:t> – helps students find scholarships.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/>
              <a:t>Good Health</a:t>
            </a:r>
            <a:r>
              <a:rPr lang="en-US" sz="3600" dirty="0"/>
              <a:t> – helps people find health schemes.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6969" y="1970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 dirty="0">
              <a:highlight>
                <a:srgbClr val="000000"/>
              </a:highlight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08656" y="853769"/>
            <a:ext cx="867068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FINANCIAL ESTIMATION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12748" y="4005475"/>
            <a:ext cx="13262504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6" lvl="1" indent="-313053" algn="just">
              <a:lnSpc>
                <a:spcPts val="4059"/>
              </a:lnSpc>
              <a:buFont typeface="Arial"/>
              <a:buChar char="•"/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1AB49B0-E41C-25D7-AD96-03EC78290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225862"/>
              </p:ext>
            </p:extLst>
          </p:nvPr>
        </p:nvGraphicFramePr>
        <p:xfrm>
          <a:off x="2133600" y="2245195"/>
          <a:ext cx="14020800" cy="649340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573039">
                  <a:extLst>
                    <a:ext uri="{9D8B030D-6E8A-4147-A177-3AD203B41FA5}">
                      <a16:colId xmlns:a16="http://schemas.microsoft.com/office/drawing/2014/main" val="936643817"/>
                    </a:ext>
                  </a:extLst>
                </a:gridCol>
                <a:gridCol w="6451120">
                  <a:extLst>
                    <a:ext uri="{9D8B030D-6E8A-4147-A177-3AD203B41FA5}">
                      <a16:colId xmlns:a16="http://schemas.microsoft.com/office/drawing/2014/main" val="3211112399"/>
                    </a:ext>
                  </a:extLst>
                </a:gridCol>
                <a:gridCol w="3996641">
                  <a:extLst>
                    <a:ext uri="{9D8B030D-6E8A-4147-A177-3AD203B41FA5}">
                      <a16:colId xmlns:a16="http://schemas.microsoft.com/office/drawing/2014/main" val="2308285848"/>
                    </a:ext>
                  </a:extLst>
                </a:gridCol>
              </a:tblGrid>
              <a:tr h="1298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Estimated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9164102"/>
                  </a:ext>
                </a:extLst>
              </a:tr>
              <a:tr h="1298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Software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Most tools used for development are free or open-source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Free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011989"/>
                  </a:ext>
                </a:extLst>
              </a:tr>
              <a:tr h="1298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Database Creation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Used to store government scheme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Low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8602150"/>
                  </a:ext>
                </a:extLst>
              </a:tr>
              <a:tr h="1298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Server / Hosting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Needed to run the application online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Small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7710593"/>
                  </a:ext>
                </a:extLst>
              </a:tr>
              <a:tr h="1298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Total Estimated Cost</a:t>
                      </a:r>
                      <a:endParaRPr lang="en-IN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Overall project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$200 – $400</a:t>
                      </a:r>
                      <a:endParaRPr lang="en-I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89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8334" y="853769"/>
            <a:ext cx="4911333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CONCLUSION</a:t>
            </a: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E475DB-6E74-D2C4-BA08-F1AC37E97D58}"/>
              </a:ext>
            </a:extLst>
          </p:cNvPr>
          <p:cNvSpPr txBox="1"/>
          <p:nvPr/>
        </p:nvSpPr>
        <p:spPr>
          <a:xfrm>
            <a:off x="3577571" y="2855088"/>
            <a:ext cx="12960950" cy="3330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Many people are not aware of government schemes.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Our AI system helps users find suitable schemes easily.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It simplifies the process of checking eligibility and applying.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This project can help more citizens access government benefits.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31818"/>
            <a:ext cx="18288000" cy="10579236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1024196" y="5738089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259300" y="2931737"/>
            <a:ext cx="2052896" cy="1796284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10800000">
            <a:off x="17259300" y="4728021"/>
            <a:ext cx="2052896" cy="1796284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024196" y="3941805"/>
            <a:ext cx="2052896" cy="1796284"/>
            <a:chOff x="0" y="0"/>
            <a:chExt cx="812800" cy="711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887146" y="853769"/>
            <a:ext cx="451370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REFERENCES</a:t>
            </a:r>
          </a:p>
        </p:txBody>
      </p:sp>
      <p:sp>
        <p:nvSpPr>
          <p:cNvPr id="23" name="Freeform 23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Freeform 24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TextBox 25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09</a:t>
            </a:r>
          </a:p>
        </p:txBody>
      </p:sp>
      <p:sp>
        <p:nvSpPr>
          <p:cNvPr id="36" name="Rectangle 8">
            <a:extLst>
              <a:ext uri="{FF2B5EF4-FFF2-40B4-BE49-F238E27FC236}">
                <a16:creationId xmlns:a16="http://schemas.microsoft.com/office/drawing/2014/main" id="{A6080AD2-A936-55CC-9F6E-E5747D80F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7532" y="3412212"/>
            <a:ext cx="12655320" cy="4029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of India official websites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of Tamil Nadu scheme portals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United Nations SDG website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articles ab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491</Words>
  <Application>Microsoft Office PowerPoint</Application>
  <PresentationFormat>Custom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Norwester</vt:lpstr>
      <vt:lpstr>Times New Roman</vt:lpstr>
      <vt:lpstr>Calibri</vt:lpstr>
      <vt:lpstr>Roboto</vt:lpstr>
      <vt:lpstr>Arial</vt:lpstr>
      <vt:lpstr>Hussar Bold</vt:lpstr>
      <vt:lpstr>Times New Roman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Visualize'26 PPT Template</dc:title>
  <cp:lastModifiedBy>muneer nisha</cp:lastModifiedBy>
  <cp:revision>1</cp:revision>
  <dcterms:created xsi:type="dcterms:W3CDTF">2006-08-16T00:00:00Z</dcterms:created>
  <dcterms:modified xsi:type="dcterms:W3CDTF">2026-03-13T09:16:23Z</dcterms:modified>
  <dc:identifier>DAHDtWbs18g</dc:identifier>
</cp:coreProperties>
</file>